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A8B3B1D-B629-4BE8-B200-E60F78968484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71A876E-D08C-482F-BC73-28D402107F86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8D059C-00FE-47CF-9A42-C072FE2694E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A5C128-5D97-45B6-BE52-A8FEE1F6484A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17BB543-3F85-47B3-B338-7B53444D4CD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84AC198-C827-45AD-AEB2-7A57FFC2B4E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A17B7F-7981-4B0D-8D31-4B5989441CD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DD35D53-3F44-46C3-8BED-F0D06A21360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130186-C7F8-452B-A0FB-A8CFE585F7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F0E47E4-E44E-4B08-AAE3-68BC21BEAB7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4A5C61-EEA4-40E5-B2F0-DE82BD54346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92066F9-029B-47D6-9DBA-5075E65D00A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pPr algn="ctr">
              <a:lnSpc>
                <a:spcPct val="90000"/>
              </a:lnSpc>
              <a:buNone/>
            </a:pPr>
            <a:r>
              <a:rPr b="0" sz="6000" spc="-1" strike="noStrike">
                <a:solidFill>
                  <a:srgbClr val="000000"/>
                </a:solidFill>
                <a:latin typeface="Calibri Light"/>
              </a:rPr>
              <a:t>Fare clic per modificare lo stile del titolo dello schema</a:t>
            </a:r>
            <a:endParaRPr b="0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>
              <a:lnSpc>
                <a:spcPct val="100000"/>
              </a:lnSpc>
              <a:buNone/>
              <a:defRPr b="0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sz="1200" spc="-1" strike="noStrike">
                <a:solidFill>
                  <a:srgbClr val="8b8b8b"/>
                </a:solidFill>
                <a:latin typeface="Calibri"/>
              </a:rPr>
              <a:t> </a:t>
            </a:r>
            <a:endParaRPr b="0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ctr">
              <a:buNone/>
              <a:defRPr b="0" sz="1400" spc="-1" strike="noStrike">
                <a:latin typeface="Times New Roman"/>
              </a:defRPr>
            </a:lvl1pPr>
          </a:lstStyle>
          <a:p>
            <a:pPr algn="ctr">
              <a:buNone/>
            </a:pPr>
            <a:r>
              <a:rPr b="0" sz="1400" spc="-1" strike="noStrike">
                <a:latin typeface="Times New Roman"/>
              </a:rPr>
              <a:t>&lt;footer&gt;</a:t>
            </a:r>
            <a:endParaRPr b="0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>
            <a:lvl1pPr algn="r">
              <a:lnSpc>
                <a:spcPct val="100000"/>
              </a:lnSpc>
              <a:buNone/>
              <a:defRPr b="0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BEA268E-D5FD-4173-874A-6E43FC1D4BC1}" type="slidenum">
              <a:rPr b="0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p>
            <a:endParaRPr b="0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1523880" y="3602160"/>
            <a:ext cx="9143640" cy="165528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algn="ctr">
              <a:buNone/>
            </a:pPr>
            <a:endParaRPr b="0" sz="32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LibreOffice/7.3.5.2$Linux_X86_64 LibreOffice_project/392c644e8a6d1ea0765aa2d613a91bcef808d6ea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2022-09-12T12:20:11Z</dcterms:created>
  <dc:creator/>
  <dc:description/>
  <dc:language>en-US</dc:language>
  <cp:lastModifiedBy/>
  <dcterms:modified xsi:type="dcterms:W3CDTF">2022-09-12T12:20:17Z</dcterms:modified>
  <cp:revision>2</cp:revision>
  <dc:subject/>
  <dc:title>Presentazione standard di PowerPoint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Widescreen</vt:lpwstr>
  </property>
  <property fmtid="{D5CDD505-2E9C-101B-9397-08002B2CF9AE}" pid="3" name="Slides">
    <vt:i4>1</vt:i4>
  </property>
</Properties>
</file>